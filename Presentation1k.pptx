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6"/>
  </p:normalViewPr>
  <p:slideViewPr>
    <p:cSldViewPr snapToGrid="0">
      <p:cViewPr varScale="1">
        <p:scale>
          <a:sx n="99" d="100"/>
          <a:sy n="99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A1321-77FE-F796-829E-6A444A2F2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3813E-9DC4-91CF-4092-F6B978B21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E9B45-BCEF-A94C-A330-BD14F4C5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5304-68A7-6580-1F9F-31DC7917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491E-D5B3-F8D2-5C91-8053337E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3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3961-1F22-8B68-7934-D5EA032A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78B13-C1A0-20C1-617E-9BD9804B2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847A3-C3AA-5812-185B-22EA0FDE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915BE-11AF-B885-4165-0CBC82CD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3F25E-2758-11D4-A32A-F23000CE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3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1DA7-B082-C81C-52C2-99E6B740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9BA51-4FCC-9A73-8B8C-F453E6EF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7665-E686-6587-E9D4-21E78B33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CBA3-3D2B-DEB1-8DC5-AF6A315D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6E34A-824B-F5DD-4E17-7F1E5B39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8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494C-93A3-AAD4-B2B4-7C0AF45C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76231-3C0D-DDF7-0415-D2AE4A90D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C5740-4859-3B5C-C14C-FC531A14B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EAB7D-9B3F-806A-8CD6-F821BE1D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2608-387C-3BC3-97EC-846ACF01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1DB11-E422-7202-25EB-AC2075D7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7E7B-403A-91FE-C39B-BAAFBD9D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AE617-D9DD-B4B5-2112-8F7ECFECE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43F96-42BC-8068-34BF-5708E96B5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379E0-25C1-23DB-5A23-44EFE0139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DA1EE-6474-9A9B-2ECA-DDA25E000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BBCD5-97BC-45D5-594E-B9B4E020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FC618-CE93-0169-3350-6BA24B82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D3CFC-3937-575D-6C1C-FE7FFC15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2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E8A8-1962-3C77-F00D-06B889C72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196C8-92B3-8210-320E-2C02B5EB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A2662-9AFB-E7E7-022A-88E6D533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55804-92DD-FE97-18E1-CA158622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3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DE1B16-5D6F-823E-EE70-DF3C14CFD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2128C-6317-E304-41C4-01CDF1C1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F910D-32EE-056D-E9C7-A1F32E57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29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5A84-2FD6-2139-03D3-14A8C2409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7B69D-D45D-D934-5D82-0B46324A2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20811-D1E0-4AA7-3020-13B554E4F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47827-56B1-4A6B-74B3-A7311C7E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C03A0-F988-2634-92FD-6192FB0B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6B586-DD4A-AB62-2B36-D3086F04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7BF8-921E-C37F-5D92-6C64F897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B6F0E-D1A6-E696-7298-B82628838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8791C-381A-1000-726B-950419E17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74FC2-29C8-7284-6823-9E0C8059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CB1A4-A57D-0B22-5D23-9DAC7B8D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A8F1D-0CDD-D3FA-6E01-9A0FA9AC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9A51-85A8-1EF5-7075-CC311CA8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A294A-9CB0-400B-AA6D-A09031704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317D6-95E2-A5EA-DC89-DC6F5A5A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F1A7A-57AA-C765-C555-0F9A8684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E8CA4-5519-7DAB-CC8C-5F1AEEB3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0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FFD15A-2D6B-7186-6DBC-A239E2358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CB34D-CAFD-EDBC-F994-A16D69664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E8658-CB43-F5E8-8966-56241551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508AC-CCD7-08D9-D0F1-598AE6E0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265CC-F5A7-8FA7-B234-E4E2F5D5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7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22D01B-7FF8-38DF-ADC5-92D831C3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26B5A-81E7-29D5-E978-93BD4ACDD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276B8-8EB5-5DFA-C38B-8DE1CE559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314D3-16D7-ED4D-AE63-9919AD108A06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8C8AD-FB4C-0AF1-9898-991AD5180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0F454-BB47-2215-D71B-F9407A919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87C3A-70F9-2E40-B00A-849980351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-50.mp4">
            <a:hlinkClick r:id="" action="ppaction://media"/>
            <a:extLst>
              <a:ext uri="{FF2B5EF4-FFF2-40B4-BE49-F238E27FC236}">
                <a16:creationId xmlns:a16="http://schemas.microsoft.com/office/drawing/2014/main" id="{5C176A69-3E26-9F0A-576E-0EB0E7C978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67188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0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5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Sudhindra Balaji</dc:creator>
  <cp:lastModifiedBy>Sudhindra Balaji</cp:lastModifiedBy>
  <cp:revision>1</cp:revision>
  <dcterms:created xsi:type="dcterms:W3CDTF">2026-06-25T18:46:15Z</dcterms:created>
  <dcterms:modified xsi:type="dcterms:W3CDTF">2026-06-25T18:46:41Z</dcterms:modified>
</cp:coreProperties>
</file>