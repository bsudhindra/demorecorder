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6"/>
  </p:normalViewPr>
  <p:slideViewPr>
    <p:cSldViewPr snapToGrid="0">
      <p:cViewPr varScale="1">
        <p:scale>
          <a:sx n="99" d="100"/>
          <a:sy n="99" d="100"/>
        </p:scale>
        <p:origin x="2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25118-6237-79ED-E951-18F5AD917F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4BF8FA-BB22-C2F3-8228-9DCE4C436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0BCC-98D6-3A21-A4F9-73D79CCEE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7626-D837-4A42-8792-E477E568F9FD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B8CD3-E2BF-368B-82A3-512A0EAFC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A8C19-F324-4791-4954-DCC5EB324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1820-6928-5047-8617-7FFCB1D3E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675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ED56A-9CED-7899-2E26-74936F4E4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9DBFE-12A3-3533-51BF-0DC0791CD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84534-ADA6-321D-DD1F-4797B1D35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7626-D837-4A42-8792-E477E568F9FD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1D8A8-2E24-63AC-C986-77EB17073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766D0-89F0-3CAA-3361-668A9D4A0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1820-6928-5047-8617-7FFCB1D3E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40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57B6A-ABF0-5227-B083-C6513C214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E94D7-09E9-0611-2E65-AFF8C3494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EBD4A-22ED-C30C-AD31-80370EEA2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7626-D837-4A42-8792-E477E568F9FD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CA4D2-CB0F-0338-7E40-142CB6014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9C546-14CA-B1ED-03CC-7617419FD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1820-6928-5047-8617-7FFCB1D3E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584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8BC3E-638E-D1D1-EAEE-0BD2D79D7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BD280-BF04-EE59-2BA2-B79530BBF0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76D40C-C90A-5437-2A99-EA7AC26D4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41E551-FB75-1825-2171-2CB95CDB2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7626-D837-4A42-8792-E477E568F9FD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2DB37-5468-B993-D910-1C5436402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BA384-6A3D-9E96-13B5-17BEA281B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1820-6928-5047-8617-7FFCB1D3E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565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8FF3D-DA96-9E91-DA7B-1F10DFB95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39585-29F3-7152-7A29-F21189551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C76FE0-B0A0-3DFC-9F9F-4EB992D331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B33107-99A8-B5A3-3A70-66428FE94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C5F8D7-BA3D-76DF-D090-1A3DC6E5C8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D5C86A-496C-CC4D-343E-E8D292CD0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7626-D837-4A42-8792-E477E568F9FD}" type="datetimeFigureOut">
              <a:rPr lang="en-US" smtClean="0"/>
              <a:t>6/26/26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6C7950-1136-4A2F-4AA3-4DFEAFD8F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795345-245F-5EF9-7A50-116A3E89C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1820-6928-5047-8617-7FFCB1D3E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132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9A09D-5D88-1079-C439-2144A8535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FDC1CD-92EE-91B4-3649-2CB89DAE0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7626-D837-4A42-8792-E477E568F9FD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E19E39-AEED-CD75-39B2-72527F93C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41098D-9839-5519-FBF3-8FAA75DF6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1820-6928-5047-8617-7FFCB1D3E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930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0FCFC8-4DF5-612C-AD97-90C0D2C66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7626-D837-4A42-8792-E477E568F9FD}" type="datetimeFigureOut">
              <a:rPr lang="en-US" smtClean="0"/>
              <a:t>6/26/26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54CFC7-8450-93A8-2B60-CD0C3D32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5098E-4ABE-3E6C-7891-80DC831A3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1820-6928-5047-8617-7FFCB1D3E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870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AE581-C6DC-CF1B-C5C4-BE7C60468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5EBB1-7E20-2363-12C4-1C9592744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DD0B4C-C9CC-12C7-2230-1F1547F61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2C9521-7036-4A21-04B0-14D14C3A1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7626-D837-4A42-8792-E477E568F9FD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FE7749-6512-F450-8976-9231F9C74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99A89-5C5D-C121-F860-3F619B987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1820-6928-5047-8617-7FFCB1D3E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65F7F-232D-84DD-05C0-680956252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6E2F1E-428E-157F-99C4-6BA1E0AB94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3CBE90-09DE-1F97-C9D2-835E12461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2FB3CA-3C57-3237-24B5-E35E4FF98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7626-D837-4A42-8792-E477E568F9FD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ACA9E-AB2B-E54D-71AF-9841EB816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1B6132-BCF9-7BA1-DC4B-5B00AFCA8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1820-6928-5047-8617-7FFCB1D3E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465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691AA-B014-B0D0-0FC2-50917E827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FA7E78-6B2D-9E7B-6CD0-26CDE4E414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CE393-5C46-718D-C56E-1103F22D6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7626-D837-4A42-8792-E477E568F9FD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48D95-2E44-5527-43F3-AE6A54761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E675C-DB9B-6733-1520-B0FC4AAFA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1820-6928-5047-8617-7FFCB1D3E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327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BCBF3-6668-6C31-860F-EC29CAAE81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B51379-D50B-B8FE-82FE-6C1C6F260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5BF61-572B-5569-29FF-44461F890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7626-D837-4A42-8792-E477E568F9FD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DCF46-377A-4BDB-C5F5-C429FC4E4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A4C82-FD22-5070-940C-96DAC46F5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B1820-6928-5047-8617-7FFCB1D3E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214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DBB4D3-DCCF-1172-330B-A0B9BC534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0A0C45-D671-486F-C26E-252A7BB77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6C0D8-5EE1-FEF5-2B47-F51D9A485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4F7626-D837-4A42-8792-E477E568F9FD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C6594-8E3B-66CB-8556-661F79C923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DD67B-9718-1AFA-5B14-6475660A1F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CB1820-6928-5047-8617-7FFCB1D3E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6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ideo-669.mp4">
            <a:hlinkClick r:id="" action="ppaction://media"/>
            <a:extLst>
              <a:ext uri="{FF2B5EF4-FFF2-40B4-BE49-F238E27FC236}">
                <a16:creationId xmlns:a16="http://schemas.microsoft.com/office/drawing/2014/main" id="{4D44E426-1809-FDA5-5340-D56FA378104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67188" y="0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580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8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Sudhindra Balaji</dc:creator>
  <cp:lastModifiedBy>Sudhindra Balaji</cp:lastModifiedBy>
  <cp:revision>1</cp:revision>
  <dcterms:created xsi:type="dcterms:W3CDTF">2026-06-26T03:36:48Z</dcterms:created>
  <dcterms:modified xsi:type="dcterms:W3CDTF">2026-06-26T03:37:12Z</dcterms:modified>
</cp:coreProperties>
</file>